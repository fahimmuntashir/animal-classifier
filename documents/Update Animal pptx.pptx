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3852909B-09F8-4BD5-AF55-A665955BBD60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825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A65E-2E7B-45D1-A4B9-0680C068B11A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354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AC75D96E-8D7E-422E-A2A8-D28C1B4E7B86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77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A3118-2D63-46DE-A5FD-62B7769B1823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703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A95C9-E353-4D5F-9DEE-820E2A1F9C49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105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55670-3E6A-43D3-8215-C1C48E0C9650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700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34154-F461-49B9-A649-5772D9210BB9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091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A1323-B5E5-4968-904B-943CFA4A926F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047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2EE3-1862-478D-ABFA-CE4447D28533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74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0DD0-2A6F-4F79-890C-FFB39C5316A3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647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D6FD3-7618-407B-9AD1-F22D2D250FF2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233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85AEE-FEBA-4707-9A7F-B8CF33FA2E44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00680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DBA2-4164-48AA-BE36-C02775701CCE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902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2D7-2A52-40FE-9D68-7AA14F989445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4191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A9BF-74C6-453E-9062-D3583FAE2170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2713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D82FE-38CB-4EF0-933A-9DB1E0083DE7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460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C8C4D7EC-FC7F-48C5-AE2E-706146BC4953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060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E9B1F-4A78-4DE2-B1E7-52FA32BE5580}" type="datetimeFigureOut">
              <a:rPr lang="en-US" dirty="0"/>
              <a:t>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120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70" r:id="rId1"/>
    <p:sldLayoutId id="2147484271" r:id="rId2"/>
    <p:sldLayoutId id="2147484272" r:id="rId3"/>
    <p:sldLayoutId id="2147484273" r:id="rId4"/>
    <p:sldLayoutId id="2147484274" r:id="rId5"/>
    <p:sldLayoutId id="2147484275" r:id="rId6"/>
    <p:sldLayoutId id="2147484276" r:id="rId7"/>
    <p:sldLayoutId id="2147484277" r:id="rId8"/>
    <p:sldLayoutId id="2147484278" r:id="rId9"/>
    <p:sldLayoutId id="2147484279" r:id="rId10"/>
    <p:sldLayoutId id="2147484280" r:id="rId11"/>
    <p:sldLayoutId id="2147484281" r:id="rId12"/>
    <p:sldLayoutId id="2147484282" r:id="rId13"/>
    <p:sldLayoutId id="2147484283" r:id="rId14"/>
    <p:sldLayoutId id="2147484284" r:id="rId15"/>
    <p:sldLayoutId id="2147484285" r:id="rId16"/>
    <p:sldLayoutId id="214748428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15109" y="830475"/>
            <a:ext cx="8932647" cy="1689467"/>
          </a:xfrm>
        </p:spPr>
        <p:txBody>
          <a:bodyPr/>
          <a:lstStyle/>
          <a:p>
            <a:r>
              <a:t>Custom Image Classification Dataset &amp; Model for Animal Recognition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4646259" y="3055724"/>
            <a:ext cx="10853536" cy="2971801"/>
          </a:xfrm>
        </p:spPr>
        <p:txBody>
          <a:bodyPr>
            <a:normAutofit lnSpcReduction="10000"/>
          </a:bodyPr>
          <a:lstStyle/>
          <a:p>
            <a:r>
              <a:rPr b="1" dirty="0"/>
              <a:t>Course Code &amp; Section: [</a:t>
            </a:r>
            <a:r>
              <a:rPr lang="en-US" b="1" dirty="0"/>
              <a:t>Cse445.3</a:t>
            </a:r>
          </a:p>
          <a:p>
            <a:r>
              <a:rPr b="1" dirty="0"/>
              <a:t>Project Group No.: 1</a:t>
            </a:r>
          </a:p>
          <a:p>
            <a:r>
              <a:rPr b="1" dirty="0"/>
              <a:t>Group Members:</a:t>
            </a:r>
            <a:endParaRPr lang="en-US" b="1" dirty="0"/>
          </a:p>
          <a:p>
            <a:endParaRPr b="1" dirty="0"/>
          </a:p>
          <a:p>
            <a:r>
              <a:rPr b="1" dirty="0"/>
              <a:t>- Tausib Abrar (2121446642)</a:t>
            </a:r>
          </a:p>
          <a:p>
            <a:r>
              <a:rPr b="1" dirty="0"/>
              <a:t>- Fahim Muntashir (2021183642)</a:t>
            </a:r>
          </a:p>
          <a:p>
            <a:r>
              <a:rPr b="1" dirty="0"/>
              <a:t>- Md Abul Bashar Nirob (2022198042)</a:t>
            </a:r>
          </a:p>
          <a:p>
            <a:r>
              <a:rPr b="1" dirty="0"/>
              <a:t>- Muhammad Omar Mahin </a:t>
            </a:r>
            <a:r>
              <a:rPr b="1" dirty="0" err="1"/>
              <a:t>Jinnat</a:t>
            </a:r>
            <a:r>
              <a:rPr b="1" dirty="0"/>
              <a:t> (2012826642)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99" y="6400801"/>
            <a:ext cx="80908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Group No.: 1 | Members: Tausib Abrar (2121446642), Fahim Muntashir (2021183642), Md Abul Bashar Nirob (2022198042), Muhammad Omar Mahin Jinnat (2012826642)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Create a custom dataset with 5 animal classes (Dog, Cow, Cat, Lamb, Zebra)</a:t>
            </a:r>
          </a:p>
          <a:p>
            <a:r>
              <a:t>- Collect 100 images per class (from the internet or phone)</a:t>
            </a:r>
          </a:p>
          <a:p>
            <a:r>
              <a:t>- Develop a model with at least 90% classification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1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Group No.: 1 | Members: Tausib Abrar (2121446642), Fahim Muntashir (2021183642), Md Abul Bashar Nirob (2022198042), Muhammad Omar Mahin Jinnat (2012826642)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Automates animal classification</a:t>
            </a:r>
          </a:p>
          <a:p>
            <a:r>
              <a:t>- Custom dataset makes it adaptable</a:t>
            </a:r>
          </a:p>
          <a:p>
            <a:r>
              <a:t>- Useful in agriculture, veterinary AI, and animal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99" y="6400800"/>
            <a:ext cx="8229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Group No.: 1 | Members: Tausib Abrar (2121446642), Fahim Muntashir (2021183642), Md Abul Bashar Nirob (2022198042), Muhammad Omar Mahin Jinnat (2012826642)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162" y="611680"/>
            <a:ext cx="10023206" cy="1392112"/>
          </a:xfrm>
        </p:spPr>
        <p:txBody>
          <a:bodyPr/>
          <a:lstStyle/>
          <a:p>
            <a:r>
              <a:t>Dataset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162" y="2748696"/>
            <a:ext cx="8948689" cy="2807554"/>
          </a:xfrm>
        </p:spPr>
        <p:txBody>
          <a:bodyPr/>
          <a:lstStyle/>
          <a:p>
            <a:r>
              <a:t>- 100 images per class (Total: 500 images)</a:t>
            </a:r>
          </a:p>
          <a:p>
            <a:r>
              <a:t>- Sources: Google Images, Unsplash, Phone</a:t>
            </a:r>
          </a:p>
          <a:p>
            <a:r>
              <a:t>- Organized into 5 labeled folders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1155"/>
            <a:ext cx="75779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Group No.: 1 | Members: Tausib Abrar (2121446642), Fahim Muntashir (2021183642), Md Abul Bashar Nirob (2022198042), Muhammad Omar Mahin Jinnat (2012826642)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9828" y="2383692"/>
            <a:ext cx="7304344" cy="4017108"/>
          </a:xfrm>
        </p:spPr>
        <p:txBody>
          <a:bodyPr/>
          <a:lstStyle/>
          <a:p>
            <a:r>
              <a:t>- Resized to 224×224 pixels</a:t>
            </a:r>
          </a:p>
          <a:p>
            <a:r>
              <a:t>- Normalized pixel values (0-1)</a:t>
            </a:r>
          </a:p>
          <a:p>
            <a:r>
              <a:t>- Applied augmentation (rotation, flipping, cropping)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96876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Group No.: 1 | Members: Tausib Abrar (2121446642), Fahim Muntashir (2021183642), Md Abul Bashar Nirob (2022198042), Muhammad Omar Mahin Jinnat (2012826642)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854" y="2369038"/>
            <a:ext cx="7171117" cy="3943838"/>
          </a:xfrm>
        </p:spPr>
        <p:txBody>
          <a:bodyPr/>
          <a:lstStyle/>
          <a:p>
            <a:r>
              <a:t>- TensorFlow/Keras (Model Training)</a:t>
            </a:r>
          </a:p>
          <a:p>
            <a:r>
              <a:t>- OpenCV (Image Preprocessing)</a:t>
            </a:r>
          </a:p>
          <a:p>
            <a:r>
              <a:t>- NumPy &amp; Pandas (Data Handling)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799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Group No.: 1 | Members: Tausib Abrar (2121446642), Fahim Muntashir (2021183642), Md Abul Bashar Nirob (2022198042), Muhammad Omar Mahin Jinnat (2012826642)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Development - Initial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854" y="2387754"/>
            <a:ext cx="6674338" cy="3670629"/>
          </a:xfrm>
        </p:spPr>
        <p:txBody>
          <a:bodyPr/>
          <a:lstStyle/>
          <a:p>
            <a:r>
              <a:rPr dirty="0"/>
              <a:t>- Implemented CNN model</a:t>
            </a:r>
          </a:p>
          <a:p>
            <a:r>
              <a:rPr dirty="0"/>
              <a:t>- Achieved 85% accuracy initially</a:t>
            </a:r>
          </a:p>
          <a:p>
            <a:r>
              <a:rPr dirty="0"/>
              <a:t>- Challenges: Overfitting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1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Group No.: 1 | Members: Tausib Abrar (2121446642), Fahim Muntashir (2021183642), Md Abul Bashar Nirob (2022198042), Muhammad Omar Mahin Jinnat (2012826642)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for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733" y="2380741"/>
            <a:ext cx="6771440" cy="3724031"/>
          </a:xfrm>
        </p:spPr>
        <p:txBody>
          <a:bodyPr/>
          <a:lstStyle/>
          <a:p>
            <a:r>
              <a:rPr dirty="0"/>
              <a:t>- Use transfer learning (VGG16, ResNet)</a:t>
            </a:r>
          </a:p>
          <a:p>
            <a:r>
              <a:rPr dirty="0"/>
              <a:t>- Improve </a:t>
            </a:r>
            <a:r>
              <a:rPr dirty="0" err="1"/>
              <a:t>hyperparameter</a:t>
            </a:r>
            <a:r>
              <a:rPr dirty="0"/>
              <a:t> tuning</a:t>
            </a:r>
          </a:p>
          <a:p>
            <a:r>
              <a:rPr dirty="0"/>
              <a:t>- Apply cross-validation for better generalization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Group No.: 1 | Members: Tausib Abrar (2121446642), Fahim Muntashir (2021183642), Md Abul Bashar Nirob (2022198042), Muhammad Omar Mahin Jinnat (2012826642)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Accuracy, Precision, Recall</a:t>
            </a:r>
          </a:p>
          <a:p>
            <a:r>
              <a:t>- Test on validation set</a:t>
            </a:r>
          </a:p>
          <a:p>
            <a:r>
              <a:t>- Optimize model based on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Group No.: 1 | Members: Tausib Abrar (2121446642), Fahim Muntashir (2021183642), Md Abul Bashar Nirob (2022198042), Muhammad Omar Mahin Jinnat (2012826642)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 GitHub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https://github.com/FahimMuntashir/animal-classifier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799"/>
            <a:ext cx="8481646" cy="457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Group No.: 1 | Members: Tausib Abrar (2121446642), Fahim Muntashir (2021183642), Md Abul Bashar Nirob (2022198042), Muhammad Omar Mahin Jinnat (2012826642)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804E93-1B6B-40B0-C15F-2186F1EAF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884" y="2193341"/>
            <a:ext cx="1948962" cy="21157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Target: Achieve 90% accuracy</a:t>
            </a:r>
          </a:p>
          <a:p>
            <a:r>
              <a:t>- Future Scope: Expand dataset, enhance augmentation, deploy as web app</a:t>
            </a:r>
          </a:p>
          <a:p>
            <a:r>
              <a:t>- Teamwork: Continuous collaboration &amp;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43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Group No.: 1 | Members: Tausib Abrar (2121446642), Fahim Muntashir (2021183642), Md Abul Bashar Nirob (2022198042), Muhammad Omar Mahin Jinnat (2012826642)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A. Krizhevsky, I. Sutskever, &amp; G. E. Hinton, ImageNet Classification with Deep CNNs (2012)</a:t>
            </a:r>
          </a:p>
          <a:p>
            <a:r>
              <a:t>2. TensorFlow Documentation: Image Classification Tutorial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99" y="6400799"/>
            <a:ext cx="8229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Group No.: 1 | Members: Tausib Abrar (2121446642), Fahim Muntashir (2021183642), Md Abul Bashar Nirob (2022198042), Muhammad Omar Mahin Jinnat (2012826642)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5907" y="2850172"/>
            <a:ext cx="5527997" cy="3040185"/>
          </a:xfrm>
        </p:spPr>
        <p:txBody>
          <a:bodyPr/>
          <a:lstStyle/>
          <a:p>
            <a:r>
              <a:rPr dirty="0"/>
              <a:t>Any Questions?</a:t>
            </a:r>
          </a:p>
          <a:p>
            <a:r>
              <a:rPr dirty="0"/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1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Group No.: 1 | Members: Tausib Abrar (2121446642), Fahim Muntashir (2021183642), Md Abul Bashar Nirob (2022198042), Muhammad Omar Mahin Jinnat (2012826642)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92B8EC-F833-CF58-FD43-7E4934A1B1ED}"/>
              </a:ext>
            </a:extLst>
          </p:cNvPr>
          <p:cNvSpPr txBox="1"/>
          <p:nvPr/>
        </p:nvSpPr>
        <p:spPr>
          <a:xfrm>
            <a:off x="3664927" y="2541465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8A1DB6-AF2E-5E61-BE8B-B5662C95B3BB}"/>
              </a:ext>
            </a:extLst>
          </p:cNvPr>
          <p:cNvSpPr txBox="1"/>
          <p:nvPr/>
        </p:nvSpPr>
        <p:spPr>
          <a:xfrm>
            <a:off x="3664927" y="2541465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Berlin</vt:lpstr>
      <vt:lpstr>Custom Image Classification Dataset &amp; Model for Animal Recognition</vt:lpstr>
      <vt:lpstr>Introduction</vt:lpstr>
      <vt:lpstr>Significance</vt:lpstr>
      <vt:lpstr>Dataset Collection</vt:lpstr>
      <vt:lpstr>Data Preprocessing</vt:lpstr>
      <vt:lpstr>Tools &amp; Libraries Used</vt:lpstr>
      <vt:lpstr>Model Development - Initial Approach</vt:lpstr>
      <vt:lpstr>Next Steps for Improvement</vt:lpstr>
      <vt:lpstr>Evaluation Metrics</vt:lpstr>
      <vt:lpstr> GitHub </vt:lpstr>
      <vt:lpstr>Conclusion</vt:lpstr>
      <vt:lpstr>References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 Image Classification Dataset &amp; Model for Animal Recognition</dc:title>
  <dc:subject/>
  <dc:creator/>
  <cp:keywords/>
  <dc:description>generated using python-pptx</dc:description>
  <cp:lastModifiedBy>Tausib Abrar</cp:lastModifiedBy>
  <cp:revision>4</cp:revision>
  <dcterms:created xsi:type="dcterms:W3CDTF">2013-01-27T09:14:16Z</dcterms:created>
  <dcterms:modified xsi:type="dcterms:W3CDTF">2025-02-24T03:48:40Z</dcterms:modified>
  <cp:category/>
</cp:coreProperties>
</file>